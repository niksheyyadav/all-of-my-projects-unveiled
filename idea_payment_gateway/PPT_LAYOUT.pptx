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4" r:id="rId4"/>
    <p:sldId id="265" r:id="rId5"/>
    <p:sldId id="272" r:id="rId6"/>
    <p:sldId id="273" r:id="rId7"/>
  </p:sldIdLst>
  <p:sldSz cx="14630400" cy="8229600"/>
  <p:notesSz cx="8229600" cy="14630400"/>
  <p:embeddedFontLst>
    <p:embeddedFont>
      <p:font typeface="Gelasio" panose="020B0604020202020204" charset="0"/>
      <p:regular r:id="rId9"/>
    </p:embeddedFont>
    <p:embeddedFont>
      <p:font typeface="Lato" panose="020F0502020204030203" pitchFamily="34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17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37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348DD-C079-6725-E16C-51E3CDC56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CE518-521E-14FB-BBB0-59F01B3E5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B5CD59-C55E-B3C5-BD8D-299F8FCE2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728F9-496D-183B-F4A1-2D2AADD778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37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29878" y="3218378"/>
            <a:ext cx="297668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471630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[Your Name] · [Course Name] · [College Name]</a:t>
            </a:r>
            <a:endParaRPr lang="en-US" sz="175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9E45D80-9A82-A2C4-629E-2208AF847522}"/>
              </a:ext>
            </a:extLst>
          </p:cNvPr>
          <p:cNvGrpSpPr/>
          <p:nvPr/>
        </p:nvGrpSpPr>
        <p:grpSpPr>
          <a:xfrm>
            <a:off x="0" y="0"/>
            <a:ext cx="14630400" cy="1567874"/>
            <a:chOff x="-1" y="-320197"/>
            <a:chExt cx="33256329" cy="418099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08C2667-0BD2-EFC7-9A80-00509AE08CB1}"/>
                </a:ext>
              </a:extLst>
            </p:cNvPr>
            <p:cNvGrpSpPr/>
            <p:nvPr/>
          </p:nvGrpSpPr>
          <p:grpSpPr>
            <a:xfrm>
              <a:off x="-1" y="-320197"/>
              <a:ext cx="33256329" cy="4180997"/>
              <a:chOff x="-1" y="-320197"/>
              <a:chExt cx="33256329" cy="418099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980114F-B53F-91BC-02FD-1DB49D053F78}"/>
                  </a:ext>
                </a:extLst>
              </p:cNvPr>
              <p:cNvSpPr/>
              <p:nvPr/>
            </p:nvSpPr>
            <p:spPr>
              <a:xfrm>
                <a:off x="-1" y="-320197"/>
                <a:ext cx="33256329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3D2F664D-11A1-7D05-C2AF-1A9B8D140D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30258" y="925048"/>
                <a:ext cx="14490202" cy="20107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 algn="ctr">
                  <a:lnSpc>
                    <a:spcPts val="5550"/>
                  </a:lnSpc>
                </a:pPr>
                <a:r>
                  <a:rPr lang="en-US" sz="3200" dirty="0">
                    <a:solidFill>
                      <a:schemeClr val="bg1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[Enter Project Title]</a:t>
                </a:r>
                <a:endParaRPr lang="en-US" sz="3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Flowchart: Manual Input 13">
                <a:extLst>
                  <a:ext uri="{FF2B5EF4-FFF2-40B4-BE49-F238E27FC236}">
                    <a16:creationId xmlns:a16="http://schemas.microsoft.com/office/drawing/2014/main" id="{C5F365C5-D672-068A-AA85-DE3BCDDAD1C5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A2407BD-D98E-C65A-5789-32DB1E1E6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9931E28-F33A-3DC7-0C3F-F082E354532E}"/>
              </a:ext>
            </a:extLst>
          </p:cNvPr>
          <p:cNvGrpSpPr/>
          <p:nvPr/>
        </p:nvGrpSpPr>
        <p:grpSpPr>
          <a:xfrm>
            <a:off x="0" y="0"/>
            <a:ext cx="14630400" cy="1447801"/>
            <a:chOff x="-1" y="0"/>
            <a:chExt cx="33256329" cy="386080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92A2E49-AB0B-2C90-E7EA-4BF7E3220E11}"/>
                </a:ext>
              </a:extLst>
            </p:cNvPr>
            <p:cNvGrpSpPr/>
            <p:nvPr/>
          </p:nvGrpSpPr>
          <p:grpSpPr>
            <a:xfrm>
              <a:off x="-1" y="0"/>
              <a:ext cx="33256329" cy="3860803"/>
              <a:chOff x="-1" y="0"/>
              <a:chExt cx="33256329" cy="386080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C612705-8DE3-673C-1E02-103F90750DAE}"/>
                  </a:ext>
                </a:extLst>
              </p:cNvPr>
              <p:cNvSpPr/>
              <p:nvPr/>
            </p:nvSpPr>
            <p:spPr>
              <a:xfrm>
                <a:off x="337927" y="3"/>
                <a:ext cx="32918401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6E20E874-B756-EF36-3879-97013C17F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37133" y="1253312"/>
                <a:ext cx="18834372" cy="15592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Gelasio" pitchFamily="34" charset="0"/>
                    <a:ea typeface="Gelasio" pitchFamily="34" charset="-122"/>
                    <a:cs typeface="Gelasio" pitchFamily="34" charset="-120"/>
                  </a:rPr>
                  <a:t>SDG [GOAL NUMBER]: [GOAL NAME]</a:t>
                </a:r>
                <a:endParaRPr lang="en-US" sz="3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lowchart: Manual Input 12">
                <a:extLst>
                  <a:ext uri="{FF2B5EF4-FFF2-40B4-BE49-F238E27FC236}">
                    <a16:creationId xmlns:a16="http://schemas.microsoft.com/office/drawing/2014/main" id="{81F064E5-2BA4-948B-62E3-E13BD116E091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44A914F-CE32-A8D2-3D20-426A6EFE1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70176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79609-354B-3FE7-D6B0-3851D400E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D88B23D-80C4-9207-5206-9864C045C1C6}"/>
              </a:ext>
            </a:extLst>
          </p:cNvPr>
          <p:cNvSpPr/>
          <p:nvPr/>
        </p:nvSpPr>
        <p:spPr>
          <a:xfrm>
            <a:off x="929878" y="3218378"/>
            <a:ext cx="297668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endParaRPr lang="en-US" sz="1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49D8C75-DE8E-406C-4F09-6A69FF0BCEE1}"/>
              </a:ext>
            </a:extLst>
          </p:cNvPr>
          <p:cNvGrpSpPr/>
          <p:nvPr/>
        </p:nvGrpSpPr>
        <p:grpSpPr>
          <a:xfrm>
            <a:off x="-1" y="0"/>
            <a:ext cx="14630401" cy="1447800"/>
            <a:chOff x="-1" y="0"/>
            <a:chExt cx="33256331" cy="386080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27158D-8476-89C9-3BF7-488DA9C70167}"/>
                </a:ext>
              </a:extLst>
            </p:cNvPr>
            <p:cNvGrpSpPr/>
            <p:nvPr/>
          </p:nvGrpSpPr>
          <p:grpSpPr>
            <a:xfrm>
              <a:off x="-1" y="0"/>
              <a:ext cx="33256331" cy="3860800"/>
              <a:chOff x="-1" y="0"/>
              <a:chExt cx="33256331" cy="38608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78A7350-8F7B-84E2-13F7-EE1C366C602A}"/>
                  </a:ext>
                </a:extLst>
              </p:cNvPr>
              <p:cNvSpPr/>
              <p:nvPr/>
            </p:nvSpPr>
            <p:spPr>
              <a:xfrm>
                <a:off x="337930" y="0"/>
                <a:ext cx="32918400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3" name="Rectangle 8">
                <a:extLst>
                  <a:ext uri="{FF2B5EF4-FFF2-40B4-BE49-F238E27FC236}">
                    <a16:creationId xmlns:a16="http://schemas.microsoft.com/office/drawing/2014/main" id="{58D81FAC-9DB6-3FB2-048B-C4F403B7C4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29949" y="1150749"/>
                <a:ext cx="14490202" cy="15592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dirty="0">
                    <a:solidFill>
                      <a:schemeClr val="bg1"/>
                    </a:solidFill>
                    <a:latin typeface="Lato" pitchFamily="34" charset="0"/>
                    <a:ea typeface="Lato" pitchFamily="34" charset="-122"/>
                    <a:cs typeface="Lato" pitchFamily="34" charset="-120"/>
                  </a:rPr>
                  <a:t>PROBLEM STATEMENT</a:t>
                </a:r>
                <a:endParaRPr lang="en-US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Flowchart: Manual Input 13">
                <a:extLst>
                  <a:ext uri="{FF2B5EF4-FFF2-40B4-BE49-F238E27FC236}">
                    <a16:creationId xmlns:a16="http://schemas.microsoft.com/office/drawing/2014/main" id="{8BB874FC-F25F-223E-EB53-143FA92DD350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3292B11-02D9-A60D-1465-43B642991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968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F626-3D7F-F87D-B422-DE2768E0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2258860-3E27-3AA3-16FE-4DFD872BA249}"/>
              </a:ext>
            </a:extLst>
          </p:cNvPr>
          <p:cNvGrpSpPr/>
          <p:nvPr/>
        </p:nvGrpSpPr>
        <p:grpSpPr>
          <a:xfrm>
            <a:off x="-1" y="-1"/>
            <a:ext cx="14630400" cy="1447801"/>
            <a:chOff x="-1" y="0"/>
            <a:chExt cx="33256329" cy="386080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1533FC-0903-938B-EFE6-8B2D41342C89}"/>
                </a:ext>
              </a:extLst>
            </p:cNvPr>
            <p:cNvGrpSpPr/>
            <p:nvPr/>
          </p:nvGrpSpPr>
          <p:grpSpPr>
            <a:xfrm>
              <a:off x="-1" y="0"/>
              <a:ext cx="33256329" cy="3860803"/>
              <a:chOff x="-1" y="0"/>
              <a:chExt cx="33256329" cy="386080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BB40A4-2FC4-550B-9E06-CE47BE1AEB7D}"/>
                  </a:ext>
                </a:extLst>
              </p:cNvPr>
              <p:cNvSpPr/>
              <p:nvPr/>
            </p:nvSpPr>
            <p:spPr>
              <a:xfrm>
                <a:off x="337927" y="3"/>
                <a:ext cx="32918401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3ACAB6F1-55F6-BB8E-E2D9-BD07136A3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37135" y="1253312"/>
                <a:ext cx="14490202" cy="15592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3200" dirty="0">
                    <a:solidFill>
                      <a:schemeClr val="bg1"/>
                    </a:solidFill>
                  </a:rPr>
                  <a:t>METHODOLOGY</a:t>
                </a:r>
              </a:p>
            </p:txBody>
          </p:sp>
          <p:sp>
            <p:nvSpPr>
              <p:cNvPr id="13" name="Flowchart: Manual Input 12">
                <a:extLst>
                  <a:ext uri="{FF2B5EF4-FFF2-40B4-BE49-F238E27FC236}">
                    <a16:creationId xmlns:a16="http://schemas.microsoft.com/office/drawing/2014/main" id="{C9C99DAA-288D-3233-DFC3-911CEDF24A10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8027C32-8411-B7F8-DCA3-25EC06DCE2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706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94DFB-8714-64BF-E80F-7465B1B74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02CCDCD-13EA-1B0E-94A6-E57940E5480E}"/>
              </a:ext>
            </a:extLst>
          </p:cNvPr>
          <p:cNvGrpSpPr/>
          <p:nvPr/>
        </p:nvGrpSpPr>
        <p:grpSpPr>
          <a:xfrm>
            <a:off x="-1" y="-1"/>
            <a:ext cx="14630400" cy="1447801"/>
            <a:chOff x="-1" y="0"/>
            <a:chExt cx="33256329" cy="386080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793336B-3CD3-1DCA-616A-AE357D0315C0}"/>
                </a:ext>
              </a:extLst>
            </p:cNvPr>
            <p:cNvGrpSpPr/>
            <p:nvPr/>
          </p:nvGrpSpPr>
          <p:grpSpPr>
            <a:xfrm>
              <a:off x="-1" y="0"/>
              <a:ext cx="33256329" cy="3860803"/>
              <a:chOff x="-1" y="0"/>
              <a:chExt cx="33256329" cy="386080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B725105-F369-5359-2073-308C853E262B}"/>
                  </a:ext>
                </a:extLst>
              </p:cNvPr>
              <p:cNvSpPr/>
              <p:nvPr/>
            </p:nvSpPr>
            <p:spPr>
              <a:xfrm>
                <a:off x="337927" y="3"/>
                <a:ext cx="32918401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6D661E9A-4923-B2D4-B9C7-8D9C4D131A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37135" y="1578432"/>
                <a:ext cx="17677858" cy="11131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>
                  <a:lnSpc>
                    <a:spcPts val="2250"/>
                  </a:lnSpc>
                </a:pPr>
                <a:r>
                  <a:rPr lang="en-US" sz="3200" dirty="0">
                    <a:solidFill>
                      <a:schemeClr val="bg1"/>
                    </a:solidFill>
                    <a:latin typeface="Lato" pitchFamily="34" charset="0"/>
                    <a:ea typeface="Lato" pitchFamily="34" charset="-122"/>
                    <a:cs typeface="Lato" pitchFamily="34" charset="-120"/>
                  </a:rPr>
                  <a:t>SOLUTION &amp; EXPECTED OUTCOME</a:t>
                </a:r>
                <a:endParaRPr lang="en-US" sz="3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lowchart: Manual Input 12">
                <a:extLst>
                  <a:ext uri="{FF2B5EF4-FFF2-40B4-BE49-F238E27FC236}">
                    <a16:creationId xmlns:a16="http://schemas.microsoft.com/office/drawing/2014/main" id="{52A14C14-412B-1C25-8CE3-A2A28971EEB5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B57B0DA-3628-9A9F-A3FC-559F0CF0E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5643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23EE1-93A1-E627-653B-335117FA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05CE3FA-C05C-8008-166E-A24C72DF09EA}"/>
              </a:ext>
            </a:extLst>
          </p:cNvPr>
          <p:cNvGrpSpPr/>
          <p:nvPr/>
        </p:nvGrpSpPr>
        <p:grpSpPr>
          <a:xfrm>
            <a:off x="-1" y="-1"/>
            <a:ext cx="14630400" cy="1447801"/>
            <a:chOff x="-1" y="0"/>
            <a:chExt cx="33256329" cy="386080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2CB26C6-67C4-3BA8-B064-56892C8D9F6A}"/>
                </a:ext>
              </a:extLst>
            </p:cNvPr>
            <p:cNvGrpSpPr/>
            <p:nvPr/>
          </p:nvGrpSpPr>
          <p:grpSpPr>
            <a:xfrm>
              <a:off x="-1" y="0"/>
              <a:ext cx="33256329" cy="3860803"/>
              <a:chOff x="-1" y="0"/>
              <a:chExt cx="33256329" cy="386080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6D4575A-7FAD-9727-628F-C374BAD346A8}"/>
                  </a:ext>
                </a:extLst>
              </p:cNvPr>
              <p:cNvSpPr/>
              <p:nvPr/>
            </p:nvSpPr>
            <p:spPr>
              <a:xfrm>
                <a:off x="337927" y="3"/>
                <a:ext cx="32918401" cy="3860800"/>
              </a:xfrm>
              <a:prstGeom prst="rect">
                <a:avLst/>
              </a:prstGeom>
              <a:solidFill>
                <a:srgbClr val="0060AA"/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/>
              </a:p>
            </p:txBody>
          </p:sp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3747F3CE-F517-1D60-AF42-A88C08A28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37135" y="1578432"/>
                <a:ext cx="17677858" cy="11249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91402" tIns="45701" rIns="91402" bIns="45701">
                <a:spAutoFit/>
              </a:bodyPr>
              <a:lstStyle/>
              <a:p>
                <a:pPr algn="ctr">
                  <a:lnSpc>
                    <a:spcPts val="2250"/>
                  </a:lnSpc>
                </a:pPr>
                <a:r>
                  <a:rPr lang="en-US" sz="3200" dirty="0">
                    <a:solidFill>
                      <a:schemeClr val="bg1"/>
                    </a:solidFill>
                  </a:rPr>
                  <a:t>FLOW CHART</a:t>
                </a:r>
              </a:p>
            </p:txBody>
          </p:sp>
          <p:sp>
            <p:nvSpPr>
              <p:cNvPr id="13" name="Flowchart: Manual Input 12">
                <a:extLst>
                  <a:ext uri="{FF2B5EF4-FFF2-40B4-BE49-F238E27FC236}">
                    <a16:creationId xmlns:a16="http://schemas.microsoft.com/office/drawing/2014/main" id="{46DFE777-62FA-BFB5-9D9B-4ECBC5E0D96C}"/>
                  </a:ext>
                </a:extLst>
              </p:cNvPr>
              <p:cNvSpPr/>
              <p:nvPr/>
            </p:nvSpPr>
            <p:spPr>
              <a:xfrm rot="5400000">
                <a:off x="2556933" y="-2556934"/>
                <a:ext cx="3860800" cy="8974667"/>
              </a:xfrm>
              <a:prstGeom prst="flowChartManualInpu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/>
              </a:p>
            </p:txBody>
          </p:sp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15C8C15-6EF7-A644-DFD3-8277894CA3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9214" y="1253313"/>
              <a:ext cx="6607606" cy="21511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70669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39</Words>
  <Application>Microsoft Office PowerPoint</Application>
  <PresentationFormat>Custom</PresentationFormat>
  <Paragraphs>9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Gelasio</vt:lpstr>
      <vt:lpstr>Lato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PRINCE GUPTA</cp:lastModifiedBy>
  <cp:revision>5</cp:revision>
  <dcterms:created xsi:type="dcterms:W3CDTF">2026-04-20T06:55:12Z</dcterms:created>
  <dcterms:modified xsi:type="dcterms:W3CDTF">2026-04-20T08:21:41Z</dcterms:modified>
</cp:coreProperties>
</file>